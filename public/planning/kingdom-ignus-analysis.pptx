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0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40991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912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35273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96563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30154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3955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5923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2463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09859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8795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61392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6825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3418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6093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49365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66718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65186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35266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65368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30486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8654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21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2026-10-17T18:25:49.776</dcterms:created>
  <dc:creator>koh</dc:creator>
  <cp:lastModifiedBy>koh</cp:lastModifiedBy>
  <dcterms:modified xsi:type="dcterms:W3CDTF">2026-10-17T18:26:17.197</dcterms:modified>
  <cp:revision>1</cp:revision>
  <cp:version>13.0.0.866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