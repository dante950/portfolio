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8"/>
        <p:guide pos="383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slide" Target="slides/slide15.xml"  /><Relationship Id="rId17" Type="http://schemas.openxmlformats.org/officeDocument/2006/relationships/slide" Target="slides/slide16.xml"  /><Relationship Id="rId18" Type="http://schemas.openxmlformats.org/officeDocument/2006/relationships/slide" Target="slides/slide17.xml"  /><Relationship Id="rId19" Type="http://schemas.openxmlformats.org/officeDocument/2006/relationships/presProps" Target="presProps.xml"  /><Relationship Id="rId2" Type="http://schemas.openxmlformats.org/officeDocument/2006/relationships/slide" Target="slides/slide1.xml"  /><Relationship Id="rId20" Type="http://schemas.openxmlformats.org/officeDocument/2006/relationships/viewProps" Target="viewProps.xml"  /><Relationship Id="rId21" Type="http://schemas.openxmlformats.org/officeDocument/2006/relationships/theme" Target="theme/theme1.xml"  /><Relationship Id="rId22" Type="http://schemas.openxmlformats.org/officeDocument/2006/relationships/tableStyles" Target="tableStyles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395599"/>
      </p:ext>
    </p:extLst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219469"/>
      </p:ext>
    </p:extLst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26375"/>
      </p:ext>
    </p:extLst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736573"/>
      </p:ext>
    </p:extLst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020170"/>
      </p:ext>
    </p:extLst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71709"/>
      </p:ext>
    </p:extLst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67353"/>
      </p:ext>
    </p:extLst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41917"/>
      </p:ext>
    </p:extLst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806685"/>
      </p:ext>
    </p:extLst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292359"/>
      </p:ext>
    </p:extLst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855467"/>
      </p:ext>
    </p:extLst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45367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8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2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3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4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5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6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7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8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9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10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11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12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13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14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15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16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17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903724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945016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265922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324885"/>
      </p:ext>
    </p:extLst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641636"/>
      </p:ext>
    </p:extLst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933761"/>
      </p:ext>
    </p:extLst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269683"/>
      </p:ext>
    </p:extLst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038369"/>
      </p:ext>
    </p:extLst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48594"/>
      </p:ext>
    </p:extLst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649941"/>
      </p:ext>
    </p:extLst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836134"/>
      </p:ext>
    </p:extLst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726850"/>
      </p:ext>
    </p:extLst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897962"/>
      </p:ext>
    </p:extLst>
  </p:cSld>
  <p:clrMapOvr>
    <a:masterClrMapping/>
  </p:clrMapOvr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654168"/>
      </p:ext>
    </p:extLst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639530"/>
      </p:ext>
    </p:extLst>
  </p:cSld>
  <p:clrMapOvr>
    <a:masterClrMapping/>
  </p:clrMapOvr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582020"/>
      </p:ext>
    </p:extLst>
  </p:cSld>
  <p:clrMapOvr>
    <a:masterClrMapping/>
  </p:clrMapOvr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933711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0</ep:Words>
  <ep:PresentationFormat>화면 슬라이드 쇼(4:3)</ep:PresentationFormat>
  <ep:Paragraphs>0</ep:Paragraphs>
  <ep:Slides>17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ep:HeadingPairs>
  <ep:TitlesOfParts>
    <vt:vector size="18" baseType="lpstr">
      <vt:lpstr>한컴오피스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2026-10-17T18:28:53.072</dcterms:created>
  <dc:creator>koh</dc:creator>
  <cp:lastModifiedBy>koh</cp:lastModifiedBy>
  <dcterms:modified xsi:type="dcterms:W3CDTF">2026-10-18T05:24:18.734</dcterms:modified>
  <cp:revision>3</cp:revision>
  <cp:version>13.0.0.866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