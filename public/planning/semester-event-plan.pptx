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slide" Target="slides/slide41.xml"  /><Relationship Id="rId43" Type="http://schemas.openxmlformats.org/officeDocument/2006/relationships/slide" Target="slides/slide42.xml"  /><Relationship Id="rId44" Type="http://schemas.openxmlformats.org/officeDocument/2006/relationships/slide" Target="slides/slide43.xml"  /><Relationship Id="rId45" Type="http://schemas.openxmlformats.org/officeDocument/2006/relationships/slide" Target="slides/slide44.xml"  /><Relationship Id="rId46" Type="http://schemas.openxmlformats.org/officeDocument/2006/relationships/presProps" Target="presProps.xml"  /><Relationship Id="rId47" Type="http://schemas.openxmlformats.org/officeDocument/2006/relationships/viewProps" Target="viewProps.xml"  /><Relationship Id="rId48" Type="http://schemas.openxmlformats.org/officeDocument/2006/relationships/theme" Target="theme/theme1.xml"  /><Relationship Id="rId49" Type="http://schemas.openxmlformats.org/officeDocument/2006/relationships/tableStyles" Target="tableStyles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1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2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3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4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7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8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9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0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2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3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36917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7329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4369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4689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5432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75633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3334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3983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4973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6116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54942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1857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0554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0492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7468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06861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67038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16503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78347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43403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33854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96008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5761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34909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59582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35757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73625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5388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14794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70147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96120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50519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95309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88153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25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55625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66336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47369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5136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5738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0628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9542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08891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426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44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ep:HeadingPairs>
  <ep:TitlesOfParts>
    <vt:vector size="45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2026-10-17T17:21:50.500</dcterms:created>
  <dc:creator>koh</dc:creator>
  <cp:lastModifiedBy>koh</cp:lastModifiedBy>
  <dcterms:modified xsi:type="dcterms:W3CDTF">2026-10-17T17:22:43.935</dcterms:modified>
  <cp:revision>1</cp:revision>
  <cp:version>13.0.0.866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