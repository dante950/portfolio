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92C4EAA8-4EA5-4283-A577-AF34A5DB6C4D}" name="표지">
          <p14:sldIdLst>
            <p14:sldId id="257"/>
          </p14:sldIdLst>
        </p14:section>
        <p14:section id="{90621009-4FB0-45DE-9DAA-646EA83BF6BC}" name="개요">
          <p14:sldIdLst>
            <p14:sldId id="258"/>
            <p14:sldId id="259"/>
            <p14:sldId id="260"/>
            <p14:sldId id="261"/>
          </p14:sldIdLst>
        </p14:section>
        <p14:section id="{5504CEDA-02C9-4C5F-A6EB-24A313F48365}" name="지형구조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id="{813AA842-7656-45E5-972B-6FADB528AEA8}" name="구역별 플레이 계획 - 수직(성벽 탑)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id="{92945E71-E381-4319-AE79-2E55617F8600}" name="구역별 플레이 계획 - 수평(식당 홀)">
          <p14:sldIdLst>
            <p14:sldId id="277"/>
            <p14:sldId id="278"/>
            <p14:sldId id="279"/>
            <p14:sldId id="280"/>
          </p14:sldIdLst>
        </p14:section>
        <p14:section id="{C6103639-889B-4878-8248-14BF7861F64C}" name="구역별 플레이 계획 - 대각선(성 중앙)">
          <p14:sldIdLst>
            <p14:sldId id="281"/>
            <p14:sldId id="282"/>
            <p14:sldId id="283"/>
          </p14:sldIdLst>
        </p14:section>
        <p14:section id="{97DD5182-0039-497E-94B2-25713A34CB40}" name="구역별 플레이 계획 - 연결">
          <p14:sldIdLst>
            <p14:sldId id="284"/>
            <p14:sldId id="285"/>
            <p14:sldId id="286"/>
            <p14:sldId id="287"/>
          </p14:sldIdLst>
        </p14:section>
        <p14:section id="{6B8DC731-2A31-4742-8CBF-C821E051D390}" name="구역별 플레이 계획 - 히든">
          <p14:sldIdLst>
            <p14:sldId id="288"/>
            <p14:sldId id="289"/>
            <p14:sldId id="290"/>
            <p14:sldId id="291"/>
          </p14:sldIdLst>
        </p14:section>
        <p14:section id="{6ECD136C-07AC-4918-B88D-7595BE25C612}" name="작업 목록">
          <p14:sldIdLst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id="{ACB848C3-CB86-415B-A8FB-9FC502CDD20E}" name="사냥터 분석">
          <p14:sldIdLst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id="{EC682EA5-6692-4B77-A1B5-2D80DDA15272}" name="그레이박싱">
          <p14:sldIdLst>
            <p14:sldId id="306"/>
            <p14:sldId id="307"/>
            <p14:sldId id="308"/>
          </p14:sldIdLst>
        </p14:section>
        <p14:section id="{1859C28A-3E9F-4A0D-889E-253E5E527AC7}" name="문서 끝">
          <p14:sldIdLst>
            <p14:sldId id="309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slide" Target="slides/slide41.xml"  /><Relationship Id="rId43" Type="http://schemas.openxmlformats.org/officeDocument/2006/relationships/slide" Target="slides/slide42.xml"  /><Relationship Id="rId44" Type="http://schemas.openxmlformats.org/officeDocument/2006/relationships/slide" Target="slides/slide43.xml"  /><Relationship Id="rId45" Type="http://schemas.openxmlformats.org/officeDocument/2006/relationships/slide" Target="slides/slide44.xml"  /><Relationship Id="rId46" Type="http://schemas.openxmlformats.org/officeDocument/2006/relationships/slide" Target="slides/slide45.xml"  /><Relationship Id="rId47" Type="http://schemas.openxmlformats.org/officeDocument/2006/relationships/slide" Target="slides/slide46.xml"  /><Relationship Id="rId48" Type="http://schemas.openxmlformats.org/officeDocument/2006/relationships/slide" Target="slides/slide47.xml"  /><Relationship Id="rId49" Type="http://schemas.openxmlformats.org/officeDocument/2006/relationships/slide" Target="slides/slide48.xml"  /><Relationship Id="rId5" Type="http://schemas.openxmlformats.org/officeDocument/2006/relationships/slide" Target="slides/slide4.xml"  /><Relationship Id="rId50" Type="http://schemas.openxmlformats.org/officeDocument/2006/relationships/slide" Target="slides/slide49.xml"  /><Relationship Id="rId51" Type="http://schemas.openxmlformats.org/officeDocument/2006/relationships/slide" Target="slides/slide50.xml"  /><Relationship Id="rId52" Type="http://schemas.openxmlformats.org/officeDocument/2006/relationships/slide" Target="slides/slide51.xml"  /><Relationship Id="rId53" Type="http://schemas.openxmlformats.org/officeDocument/2006/relationships/slide" Target="slides/slide52.xml"  /><Relationship Id="rId54" Type="http://schemas.openxmlformats.org/officeDocument/2006/relationships/slide" Target="slides/slide53.xml"  /><Relationship Id="rId55" Type="http://schemas.openxmlformats.org/officeDocument/2006/relationships/presProps" Target="presProps.xml"  /><Relationship Id="rId56" Type="http://schemas.openxmlformats.org/officeDocument/2006/relationships/viewProps" Target="viewProps.xml"  /><Relationship Id="rId57" Type="http://schemas.openxmlformats.org/officeDocument/2006/relationships/theme" Target="theme/theme1.xml"  /><Relationship Id="rId58" Type="http://schemas.openxmlformats.org/officeDocument/2006/relationships/tableStyles" Target="tableStyles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0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1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2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5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7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8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9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0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1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2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3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4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5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6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7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8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9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0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2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3.png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4.png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5.png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6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7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8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49.png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0.png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1.png"  /></Relationships>
</file>

<file path=ppt/slides/_rels/slide5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2.png"  /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5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915288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3781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3326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1221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23208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1205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15140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1290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82580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1080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95974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6103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81805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55745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79859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87503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9463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33971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89361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71763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06010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13611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07022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74047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9490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36293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70774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994998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24369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744072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999986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26946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61832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35440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47124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21538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22011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68686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96123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383007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61240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69424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12734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9056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52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87437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07928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93380"/>
      </p:ext>
    </p:extLst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95352"/>
      </p:ext>
    </p:extLst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82648"/>
      </p:ext>
    </p:extLst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36214"/>
      </p:ext>
    </p:extLst>
  </p:cSld>
  <p:clrMapOvr>
    <a:masterClrMapping/>
  </p:clrMapOvr>
</p:sld>
</file>

<file path=ppt/slides/slide5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470098"/>
      </p:ext>
    </p:extLst>
  </p:cSld>
  <p:clrMapOvr>
    <a:masterClrMapping/>
  </p:clrMapOvr>
</p:sld>
</file>

<file path=ppt/slides/slide5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487513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화면 슬라이드 쇼(4:3)</ep:PresentationFormat>
  <ep:Paragraphs>0</ep:Paragraphs>
  <ep:Slides>53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ep:HeadingPairs>
  <ep:TitlesOfParts>
    <vt:vector size="54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2026-10-17T18:58:54.116</dcterms:created>
  <dc:creator>koh</dc:creator>
  <cp:lastModifiedBy>koh</cp:lastModifiedBy>
  <dcterms:modified xsi:type="dcterms:W3CDTF">2026-10-17T19:03:38.946</dcterms:modified>
  <cp:revision>1</cp:revision>
  <cp:version>13.0.0.866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